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271" r:id="rId32"/>
    <p:sldId id="272" r:id="rId33"/>
    <p:sldId id="279" r:id="rId34"/>
    <p:sldId id="294" r:id="rId35"/>
    <p:sldId id="295" r:id="rId36"/>
    <p:sldId id="296" r:id="rId37"/>
    <p:sldId id="297" r:id="rId38"/>
    <p:sldId id="280" r:id="rId39"/>
    <p:sldId id="289" r:id="rId40"/>
    <p:sldId id="290" r:id="rId41"/>
    <p:sldId id="291" r:id="rId42"/>
    <p:sldId id="281" r:id="rId43"/>
    <p:sldId id="292" r:id="rId44"/>
    <p:sldId id="298" r:id="rId45"/>
    <p:sldId id="273" r:id="rId46"/>
    <p:sldId id="299" r:id="rId47"/>
    <p:sldId id="274" r:id="rId48"/>
    <p:sldId id="359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>
        <p:scale>
          <a:sx n="75" d="100"/>
          <a:sy n="75" d="100"/>
        </p:scale>
        <p:origin x="336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9F3EF1-84A5-42B0-81FF-8805AF740E8D}" type="datetimeFigureOut">
              <a:rPr lang="en-US" smtClean="0"/>
              <a:t>2025-10-27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2025-10-27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2025-10-27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2025-10-27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0F429-F29A-4AEF-A825-F71131960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1038890" y="2308404"/>
            <a:ext cx="4823888" cy="246221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$ </a:t>
            </a:r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>
                <a:solidFill>
                  <a:schemeClr val="bg1"/>
                </a:solidFill>
              </a:rPr>
              <a:t>               _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      _ _(_)_     |  Documentation: https://docs.julialang.org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(_)     | (_) (_)  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_   _| |_  __ _   |  Type "?" for help, "]?" for Pkg help.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 | | | |/ _` |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|_| | | | (_| |  |  Version 1.8.5 (2023-01-08)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_/ |\__'_|_|_|\__'_|  |  Official https://julialang.org/ release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|__/                   |</a:t>
            </a:r>
          </a:p>
          <a:p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r>
              <a:rPr lang="en-US" sz="1400" b="1" dirty="0">
                <a:solidFill>
                  <a:schemeClr val="bg1"/>
                </a:solidFill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1038890" y="5404072"/>
            <a:ext cx="482388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 </a:t>
            </a:r>
            <a:r>
              <a:rPr lang="en-US" b="1" dirty="0" err="1">
                <a:solidFill>
                  <a:schemeClr val="bg1"/>
                </a:solidFill>
              </a:rPr>
              <a:t>my_script.jl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4823888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IJulia.installkernel</a:t>
            </a:r>
            <a:r>
              <a:rPr lang="en-US" b="1" dirty="0">
                <a:solidFill>
                  <a:schemeClr val="bg1"/>
                </a:solidFill>
              </a:rPr>
              <a:t>("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1.12.1")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2" y="5058092"/>
            <a:ext cx="482388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product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Modules </a:t>
            </a:r>
            <a:r>
              <a:rPr lang="en-US" dirty="0">
                <a:latin typeface="Consolas" panose="020B0609020204030204" pitchFamily="49" charset="0"/>
              </a:rPr>
              <a:t>Iterations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/>
              <a:t>randn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.^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DomaiunErr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</TotalTime>
  <Words>2895</Words>
  <Application>Microsoft Office PowerPoint</Application>
  <PresentationFormat>Widescreen</PresentationFormat>
  <Paragraphs>633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128</cp:revision>
  <dcterms:created xsi:type="dcterms:W3CDTF">2021-07-02T07:33:26Z</dcterms:created>
  <dcterms:modified xsi:type="dcterms:W3CDTF">2025-10-27T08:36:30Z</dcterms:modified>
</cp:coreProperties>
</file>